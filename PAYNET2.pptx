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  <Relationship Id="rId1" Type="http://schemas.openxmlformats.org/officeDocument/2006/relationships/extended-properties" Target="docProps/app.xml"/>  <Relationship Id="rId2" Type="http://schemas.openxmlformats.org/package/2006/relationships/metadata/core-properties" Target="docProps/core.xml"/>  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13"/>
  </p:notesMaster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13"/>
  </p:normalViewPr>
  <p:slideViewPr>
    <p:cSldViewPr snapToGrid="0" snapToObjects="1">
      <p:cViewPr varScale="1">
        <p:scale>
          <a:sx n="119" d="100"/>
          <a:sy n="119" d="100"/>
        </p:scale>
        <p:origin x="31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  <Relationship Id="rId1" Target="slideMasters/slideMaster1.xml" Type="http://schemas.openxmlformats.org/officeDocument/2006/relationships/slideMaster"/>  <Relationship Id="rId2" Target="slides/slide1.xml" Type="http://schemas.openxmlformats.org/officeDocument/2006/relationships/slide"/>  <Relationship Id="rId3" Target="slides/slide2.xml" Type="http://schemas.openxmlformats.org/officeDocument/2006/relationships/slide"/>  <Relationship Id="rId4" Target="slides/slide3.xml" Type="http://schemas.openxmlformats.org/officeDocument/2006/relationships/slide"/>  <Relationship Id="rId5" Target="slides/slide4.xml" Type="http://schemas.openxmlformats.org/officeDocument/2006/relationships/slide"/>  <Relationship Id="rId6" Target="slides/slide5.xml" Type="http://schemas.openxmlformats.org/officeDocument/2006/relationships/slide"/>  <Relationship Id="rId7" Target="slides/slide6.xml" Type="http://schemas.openxmlformats.org/officeDocument/2006/relationships/slide"/>  <Relationship Id="rId8" Target="slides/slide7.xml" Type="http://schemas.openxmlformats.org/officeDocument/2006/relationships/slide"/>  <Relationship Id="rId9" Type="http://schemas.openxmlformats.org/officeDocument/2006/relationships/presProps" Target="presProps.xml"/>  <Relationship Id="rId10" Type="http://schemas.openxmlformats.org/officeDocument/2006/relationships/viewProps" Target="viewProps.xml"/>  <Relationship Id="rId11" Type="http://schemas.openxmlformats.org/officeDocument/2006/relationships/theme" Target="theme/theme1.xml"/>  <Relationship Id="rId12" Type="http://schemas.openxmlformats.org/officeDocument/2006/relationships/tableStyles" Target="tableStyles.xml"/>  <Relationship Id="rId13" Type="http://schemas.openxmlformats.org/officeDocument/2006/relationships/notesMaster" Target="notesMasters/notesMaster1.xml"/></Relationships>
</file>

<file path=ppt/notesMasters/_rels/notesMaster1.xml.rels><?xml version="1.0" encoding="UTF-8"?>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 smtClean="0"/>
              <a:t>6/20/18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smtClean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arget="../slideLayouts/slideLayout1.xml" Type="http://schemas.openxmlformats.org/officeDocument/2006/relationships/slideLayout"/><Relationship Id="rId2" Target="../theme/theme1.xml" Type="http://schemas.openxmlformats.org/officeDocument/2006/relationships/theme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arget="../media/image1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1.xml" Type="http://schemas.openxmlformats.org/officeDocument/2006/relationships/notesSlide"/></Relationships>
</file>

<file path=ppt/slides/_rels/slide2.xml.rels><?xml version="1.0" encoding="UTF-8" standalone="yes"?>
<Relationships xmlns="http://schemas.openxmlformats.org/package/2006/relationships"><Relationship Id="rId1" Target="../media/image2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2.xml" Type="http://schemas.openxmlformats.org/officeDocument/2006/relationships/notesSlide"/></Relationships>
</file>

<file path=ppt/slides/_rels/slide3.xml.rels><?xml version="1.0" encoding="UTF-8" standalone="yes"?>
<Relationships xmlns="http://schemas.openxmlformats.org/package/2006/relationships"><Relationship Id="rId1" Target="../media/image3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3.xml" Type="http://schemas.openxmlformats.org/officeDocument/2006/relationships/notesSlide"/></Relationships>
</file>

<file path=ppt/slides/_rels/slide4.xml.rels><?xml version="1.0" encoding="UTF-8" standalone="yes"?>
<Relationships xmlns="http://schemas.openxmlformats.org/package/2006/relationships"><Relationship Id="rId1" Target="../media/image4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4.xml" Type="http://schemas.openxmlformats.org/officeDocument/2006/relationships/notesSlide"/></Relationships>
</file>

<file path=ppt/slides/_rels/slide5.xml.rels><?xml version="1.0" encoding="UTF-8" standalone="yes"?>
<Relationships xmlns="http://schemas.openxmlformats.org/package/2006/relationships"><Relationship Id="rId1" Target="../media/image5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5.xml" Type="http://schemas.openxmlformats.org/officeDocument/2006/relationships/notesSlide"/></Relationships>
</file>

<file path=ppt/slides/_rels/slide6.xml.rels><?xml version="1.0" encoding="UTF-8" standalone="yes"?>
<Relationships xmlns="http://schemas.openxmlformats.org/package/2006/relationships"><Relationship Id="rId1" Target="../media/image6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6.xml" Type="http://schemas.openxmlformats.org/officeDocument/2006/relationships/notesSlide"/></Relationships>
</file>

<file path=ppt/slides/_rels/slide7.xml.rels><?xml version="1.0" encoding="UTF-8" standalone="yes"?>
<Relationships xmlns="http://schemas.openxmlformats.org/package/2006/relationships"><Relationship Id="rId1" Target="../media/image7.jpg" Type="http://schemas.openxmlformats.org/officeDocument/2006/relationships/image"/><Relationship Id="rId2" Target="../slideLayouts/slideLayout1.xml" Type="http://schemas.openxmlformats.org/officeDocument/2006/relationships/slideLayout"/><Relationship Id="rId3" Target="../notesSlides/notesSlide7.xml" Type="http://schemas.openxmlformats.org/officeDocument/2006/relationships/notesSlide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2737d25a-c857-4cef-b3f9-940388083bc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e8ae004-2fac-4507-b0a5-83d4cc190ea0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1c77dd3-ee6e-475c-bd9f-05b39153eff9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c502181e-d894-457e-a5ce-a04331821a0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11779daa-d6e1-4b94-b0fc-97a9a487db0a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a21abbba-6066-49fe-af12-5fa152f0b782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 descr="/tmp/beautiful_ai_exports/4b8c1632-2bdc-4a01-9941-0d9c3965ba66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A7A7A7"/>
      </a:dk2>
      <a:lt2>
        <a:srgbClr val="535353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Arial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</PresentationFormat>
  <Paragraphs>0</Paragraphs>
  <Slides>7</Slides>
  <Notes>7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2026-04-25T10:50:32.257Z</dcterms:created>
  <dcterms:modified xsi:type="dcterms:W3CDTF">2026-04-25T10:50:32.257Z</dcterms:modified>
</cp:coreProperties>
</file>