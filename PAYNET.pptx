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10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ype="http://schemas.openxmlformats.org/officeDocument/2006/relationships/presProps" Target="presProps.xml"/>  <Relationship Id="rId7" Type="http://schemas.openxmlformats.org/officeDocument/2006/relationships/viewProps" Target="viewProps.xml"/>  <Relationship Id="rId8" Type="http://schemas.openxmlformats.org/officeDocument/2006/relationships/theme" Target="theme/theme1.xml"/>  <Relationship Id="rId9" Type="http://schemas.openxmlformats.org/officeDocument/2006/relationships/tableStyles" Target="tableStyles.xml"/>  <Relationship Id="rId10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1bff20c-2470-4553-9301-ec6601d639d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6d1ec55-d624-4745-8be1-b5b69551c67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69b6ef6-b460-4886-be54-142c4bf75ef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aeb79a0-7408-4a9b-aec5-c5ec355874b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2026-04-25T10:47:22.403Z</dcterms:created>
  <dcterms:modified xsi:type="dcterms:W3CDTF">2026-04-25T10:47:22.403Z</dcterms:modified>
</cp:coreProperties>
</file>